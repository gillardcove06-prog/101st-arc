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101st COMMANDO BATTALION</a:t>
            </a:r>
          </a:p>
        </p:txBody>
      </p:sp>
      <p:pic>
        <p:nvPicPr>
          <p:cNvPr id="3" name="Picture 2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152"/>
            <a:ext cx="731520" cy="731520"/>
          </a:xfrm>
          <a:prstGeom prst="rect">
            <a:avLst/>
          </a:prstGeom>
        </p:spPr>
      </p:pic>
      <p:pic>
        <p:nvPicPr>
          <p:cNvPr id="4" name="Picture 3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73152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8C1"/>
                </a:solidFill>
                <a:latin typeface="Oswald"/>
              </a:rPr>
              <a:t>Three divisions: one for each enemy faction.</a:t>
            </a:r>
          </a:p>
        </p:txBody>
      </p:sp>
      <p:pic>
        <p:nvPicPr>
          <p:cNvPr id="6" name="Picture 5" descr="1st-terminator-division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898" y="868680"/>
            <a:ext cx="1310204" cy="1554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0000"/>
                </a:solidFill>
                <a:latin typeface="Oswald"/>
              </a:rPr>
              <a:t>1st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pic>
        <p:nvPicPr>
          <p:cNvPr id="8" name="Picture 7" descr="recon-p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775" y="3017520"/>
            <a:ext cx="1066451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RECON PLT</a:t>
            </a:r>
          </a:p>
        </p:txBody>
      </p:sp>
      <p:pic>
        <p:nvPicPr>
          <p:cNvPr id="10" name="Picture 9" descr="mechanized-p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8225" y="3017520"/>
            <a:ext cx="1195551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24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MECHANIZED PLT</a:t>
            </a:r>
          </a:p>
        </p:txBody>
      </p:sp>
      <p:pic>
        <p:nvPicPr>
          <p:cNvPr id="12" name="Picture 11" descr="2nd-scorpion-divisio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6898" y="868680"/>
            <a:ext cx="1310204" cy="1554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8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7D154"/>
                </a:solidFill>
                <a:latin typeface="Oswald"/>
              </a:rPr>
              <a:t>2nd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pic>
        <p:nvPicPr>
          <p:cNvPr id="14" name="Picture 13" descr="riot-p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3189" y="3017520"/>
            <a:ext cx="1093622" cy="1188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08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RIOT PLT</a:t>
            </a:r>
          </a:p>
        </p:txBody>
      </p:sp>
      <p:pic>
        <p:nvPicPr>
          <p:cNvPr id="16" name="Picture 15" descr="grenadier-p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2566" y="3017520"/>
            <a:ext cx="1142869" cy="1188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GRENADIER PLT</a:t>
            </a:r>
          </a:p>
        </p:txBody>
      </p:sp>
      <p:pic>
        <p:nvPicPr>
          <p:cNvPr id="18" name="Picture 17" descr="3rd-kraken-division-oli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4898" y="868680"/>
            <a:ext cx="1310204" cy="1554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56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A65CE6"/>
                </a:solidFill>
                <a:latin typeface="Oswald"/>
              </a:rPr>
              <a:t>3rd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pic>
        <p:nvPicPr>
          <p:cNvPr id="20" name="Picture 19" descr="jump-p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0171" y="3017520"/>
            <a:ext cx="1059658" cy="11887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88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JUMP PLT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Three divisions. One battalion. Every front covered.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