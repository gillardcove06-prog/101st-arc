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"/>
            <a:ext cx="91440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swald"/>
              </a:rPr>
              <a:t>THE 101st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75488"/>
            <a:ext cx="9144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B0B8C1"/>
                </a:solidFill>
                <a:latin typeface="Oswald"/>
              </a:rPr>
              <a:t>Three divisions, each one specialising in one enemy faction</a:t>
            </a:r>
          </a:p>
        </p:txBody>
      </p:sp>
      <p:pic>
        <p:nvPicPr>
          <p:cNvPr id="4" name="Picture 3" descr="di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016" y="868680"/>
            <a:ext cx="1156062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7" y="2286000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0000"/>
                </a:solidFill>
                <a:latin typeface="Oswald"/>
              </a:rPr>
              <a:t>1st Terminator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Automaton specialists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7" y="4343400"/>
            <a:ext cx="2926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EAGLE Coy</a:t>
            </a:r>
          </a:p>
        </p:txBody>
      </p:sp>
      <p:pic>
        <p:nvPicPr>
          <p:cNvPr id="8" name="Picture 7" descr="di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3968" y="868680"/>
            <a:ext cx="1156062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08960" y="2286000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7D154"/>
                </a:solidFill>
                <a:latin typeface="Oswald"/>
              </a:rPr>
              <a:t>2nd Scorpion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Terminid specialists</a:t>
            </a:r>
          </a:p>
        </p:txBody>
      </p:sp>
      <p:pic>
        <p:nvPicPr>
          <p:cNvPr id="10" name="Picture 9" descr="b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5725" y="2926080"/>
            <a:ext cx="1132549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08960" y="4343400"/>
            <a:ext cx="2926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BEAR Coy</a:t>
            </a:r>
          </a:p>
        </p:txBody>
      </p:sp>
      <p:pic>
        <p:nvPicPr>
          <p:cNvPr id="12" name="Picture 11" descr="div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8920" y="868680"/>
            <a:ext cx="1156062" cy="1371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53912" y="2286000"/>
            <a:ext cx="2926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A65CE6"/>
                </a:solidFill>
                <a:latin typeface="Oswald"/>
              </a:rPr>
              <a:t>3rd Kraken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Illuminate specialists</a:t>
            </a:r>
          </a:p>
        </p:txBody>
      </p:sp>
      <p:pic>
        <p:nvPicPr>
          <p:cNvPr id="14" name="Picture 13" descr="fo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0677" y="2926080"/>
            <a:ext cx="1132549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53912" y="4343400"/>
            <a:ext cx="29260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FOX Coy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4709160"/>
            <a:ext cx="9144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Your patch colour tells you which front you fight on.</a:t>
            </a:r>
          </a:p>
        </p:txBody>
      </p:sp>
      <p:pic>
        <p:nvPicPr>
          <p:cNvPr id="17" name="Picture 16" descr="eagle-coy-patch-transpar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915" y="2926080"/>
            <a:ext cx="1132264" cy="1371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