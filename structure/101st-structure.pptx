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pic>
        <p:nvPicPr>
          <p:cNvPr id="5" name="Picture 4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98" y="868680"/>
            <a:ext cx="1310204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7" name="Picture 6" descr="recon-p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" y="3017520"/>
            <a:ext cx="1066451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pic>
        <p:nvPicPr>
          <p:cNvPr id="9" name="Picture 8" descr="mechanized-p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8225" y="3017520"/>
            <a:ext cx="1195551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24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1" name="Picture 10" descr="2nd-scorpion-divisio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898" y="868680"/>
            <a:ext cx="1310204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3" name="Picture 12" descr="riot-p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3189" y="3017520"/>
            <a:ext cx="1093622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pic>
        <p:nvPicPr>
          <p:cNvPr id="15" name="Picture 14" descr="grenadier-p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2566" y="3017520"/>
            <a:ext cx="1142869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7" name="Picture 16" descr="3rd-kraken-division-ol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4898" y="868680"/>
            <a:ext cx="1310204" cy="1554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9" name="Picture 18" descr="jump-p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0171" y="3017520"/>
            <a:ext cx="1059658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8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