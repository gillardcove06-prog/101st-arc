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swald"/>
              </a:rPr>
              <a:t>THE 101st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47548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B8C1"/>
                </a:solidFill>
                <a:latin typeface="Oswald"/>
              </a:rPr>
              <a:t>Four divisions: one for each enemy faction, plus the Cavalry on vehicles.</a:t>
            </a:r>
          </a:p>
        </p:txBody>
      </p:sp>
      <p:pic>
        <p:nvPicPr>
          <p:cNvPr id="4" name="Picture 3" descr="1st-terminator-division-o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969" y="868680"/>
            <a:ext cx="1156062" cy="1371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0000"/>
                </a:solidFill>
                <a:latin typeface="Oswald"/>
              </a:rPr>
              <a:t>1st Terminator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Automaton specialists</a:t>
            </a:r>
          </a:p>
        </p:txBody>
      </p:sp>
      <p:pic>
        <p:nvPicPr>
          <p:cNvPr id="6" name="Picture 5" descr="eagle-coy-ol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26" y="2926080"/>
            <a:ext cx="1132549" cy="1371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EAGLE Coy</a:t>
            </a:r>
          </a:p>
        </p:txBody>
      </p:sp>
      <p:pic>
        <p:nvPicPr>
          <p:cNvPr id="8" name="Picture 7" descr="2nd-scorpion-division-ol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0969" y="868680"/>
            <a:ext cx="1156062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26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D154"/>
                </a:solidFill>
                <a:latin typeface="Oswald"/>
              </a:rPr>
              <a:t>2nd Scorpion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Terminid specialists</a:t>
            </a:r>
          </a:p>
        </p:txBody>
      </p:sp>
      <p:pic>
        <p:nvPicPr>
          <p:cNvPr id="10" name="Picture 9" descr="bear-coy-o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2726" y="2926080"/>
            <a:ext cx="1132549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26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BEAR Coy</a:t>
            </a:r>
          </a:p>
        </p:txBody>
      </p:sp>
      <p:pic>
        <p:nvPicPr>
          <p:cNvPr id="12" name="Picture 11" descr="3rd-kraken-division-oliv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6969" y="868680"/>
            <a:ext cx="1156062" cy="137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2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A65CE6"/>
                </a:solidFill>
                <a:latin typeface="Oswald"/>
              </a:rPr>
              <a:t>3rd Kraken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Illuminate specialists</a:t>
            </a:r>
          </a:p>
        </p:txBody>
      </p:sp>
      <p:pic>
        <p:nvPicPr>
          <p:cNvPr id="14" name="Picture 13" descr="fox-coy-oli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8726" y="2926080"/>
            <a:ext cx="1132549" cy="1371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12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FOX Coy</a:t>
            </a:r>
          </a:p>
        </p:txBody>
      </p:sp>
      <p:pic>
        <p:nvPicPr>
          <p:cNvPr id="16" name="Picture 15" descr="4th-cavalry-division-fin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2969" y="868680"/>
            <a:ext cx="1156062" cy="1371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98000" y="2286000"/>
            <a:ext cx="220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60A040"/>
                </a:solidFill>
                <a:latin typeface="Oswald"/>
              </a:rPr>
              <a:t>4th Cavalry Division</a:t>
            </a:r>
          </a:p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Vehicle specialists</a:t>
            </a:r>
          </a:p>
        </p:txBody>
      </p:sp>
      <p:pic>
        <p:nvPicPr>
          <p:cNvPr id="18" name="Picture 17" descr="bronco-coy-oliv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33746" y="2926080"/>
            <a:ext cx="1134509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898000" y="4343400"/>
            <a:ext cx="220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Oswald"/>
              </a:rPr>
              <a:t>BRONCO Coy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7091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0B8C1"/>
                </a:solidFill>
                <a:latin typeface="Oswald"/>
              </a:rPr>
              <a:t>Four divisions. One battalion. Every front covered.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