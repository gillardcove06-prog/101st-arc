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THE 101st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Four divisions: one for each enemy faction, plus the Cavalry on vehicles.</a:t>
            </a:r>
          </a:p>
        </p:txBody>
      </p:sp>
      <p:pic>
        <p:nvPicPr>
          <p:cNvPr id="4" name="Picture 3" descr="1st-terminator-division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69" y="868680"/>
            <a:ext cx="1156062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6" name="Picture 5" descr="eagle-coy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26" y="2926080"/>
            <a:ext cx="113254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EAGLE Coy</a:t>
            </a:r>
          </a:p>
        </p:txBody>
      </p:sp>
      <p:pic>
        <p:nvPicPr>
          <p:cNvPr id="8" name="Picture 7" descr="2nd-scorpion-division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969" y="868680"/>
            <a:ext cx="1156062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26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0" name="Picture 9" descr="bear-coy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726" y="2926080"/>
            <a:ext cx="1132549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26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BEAR Coy</a:t>
            </a:r>
          </a:p>
        </p:txBody>
      </p:sp>
      <p:pic>
        <p:nvPicPr>
          <p:cNvPr id="12" name="Picture 11" descr="3rd-kraken-divisio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969" y="868680"/>
            <a:ext cx="1156062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2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4" name="Picture 13" descr="fox-coy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726" y="2926080"/>
            <a:ext cx="1132549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2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FOX Coy</a:t>
            </a:r>
          </a:p>
        </p:txBody>
      </p:sp>
      <p:pic>
        <p:nvPicPr>
          <p:cNvPr id="16" name="Picture 15" descr="4th-cavalry-division-f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2969" y="868680"/>
            <a:ext cx="1156062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98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0A040"/>
                </a:solidFill>
                <a:latin typeface="Oswald"/>
              </a:rPr>
              <a:t>4th Cavalry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Vehicle specialists</a:t>
            </a:r>
          </a:p>
        </p:txBody>
      </p:sp>
      <p:pic>
        <p:nvPicPr>
          <p:cNvPr id="18" name="Picture 17" descr="bronco-coy-ol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3746" y="2926080"/>
            <a:ext cx="1134509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98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BRONCO Coy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Your division colour tells you where you fight.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