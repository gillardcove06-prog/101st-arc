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THE 101st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75488"/>
            <a:ext cx="9144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0B8C1"/>
                </a:solidFill>
                <a:latin typeface="Oswald"/>
              </a:rPr>
              <a:t>Three divisions, each one specialising in one enemy faction</a:t>
            </a:r>
          </a:p>
        </p:txBody>
      </p:sp>
      <p:pic>
        <p:nvPicPr>
          <p:cNvPr id="4" name="Picture 3" descr="di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16" y="868680"/>
            <a:ext cx="1156062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7" y="228600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0000"/>
                </a:solidFill>
                <a:latin typeface="Oswald"/>
              </a:rPr>
              <a:t>1st Terminator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926080"/>
            <a:ext cx="1188720" cy="1371600"/>
          </a:xfrm>
          <a:prstGeom prst="roundRect">
            <a:avLst/>
          </a:prstGeom>
          <a:solidFill>
            <a:srgbClr val="2A2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B0B8C1"/>
                </a:solidFill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7" y="4343400"/>
            <a:ext cx="2926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0B8C1"/>
                </a:solidFill>
                <a:latin typeface="Oswald"/>
              </a:rPr>
              <a:t>Company coming soon</a:t>
            </a:r>
          </a:p>
        </p:txBody>
      </p:sp>
      <p:pic>
        <p:nvPicPr>
          <p:cNvPr id="8" name="Picture 7" descr="di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3968" y="868680"/>
            <a:ext cx="1156062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0" y="228600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7D154"/>
                </a:solidFill>
                <a:latin typeface="Oswald"/>
              </a:rPr>
              <a:t>2nd Scorpion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pic>
        <p:nvPicPr>
          <p:cNvPr id="10" name="Picture 9" descr="b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5725" y="2926080"/>
            <a:ext cx="1132549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960" y="4343400"/>
            <a:ext cx="2926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BEAR Coy</a:t>
            </a:r>
          </a:p>
        </p:txBody>
      </p:sp>
      <p:pic>
        <p:nvPicPr>
          <p:cNvPr id="12" name="Picture 11" descr="di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8920" y="868680"/>
            <a:ext cx="1156062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3912" y="228600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A65CE6"/>
                </a:solidFill>
                <a:latin typeface="Oswald"/>
              </a:rPr>
              <a:t>3rd Kraken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pic>
        <p:nvPicPr>
          <p:cNvPr id="14" name="Picture 13" descr="f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677" y="2926080"/>
            <a:ext cx="1132549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53912" y="4343400"/>
            <a:ext cx="2926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FOX Coy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Your patch colour tells you which front you fight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