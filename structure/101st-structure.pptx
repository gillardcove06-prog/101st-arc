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Three divisions: one for each enemy faction.</a:t>
            </a:r>
          </a:p>
        </p:txBody>
      </p:sp>
      <p:pic>
        <p:nvPicPr>
          <p:cNvPr id="6" name="Picture 5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98" y="868680"/>
            <a:ext cx="1310204" cy="1554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" y="370332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0" name="Picture 9" descr="2nd-scorpion-division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898" y="868680"/>
            <a:ext cx="1310204" cy="1554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C7D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70332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C7D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4" name="Picture 13" descr="3rd-kraken-division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4898" y="868680"/>
            <a:ext cx="1310204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22720" y="3154680"/>
            <a:ext cx="2194560" cy="411480"/>
          </a:xfrm>
          <a:prstGeom prst="roundRect">
            <a:avLst/>
          </a:prstGeom>
          <a:solidFill>
            <a:srgbClr val="5A6B2E"/>
          </a:solidFill>
          <a:ln w="28575">
            <a:solidFill>
              <a:srgbClr val="A6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Three divisions. One battalion. Every front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