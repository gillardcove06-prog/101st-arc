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swald"/>
              </a:rPr>
              <a:t>101st COMMANDO BATTALION</a:t>
            </a:r>
          </a:p>
        </p:txBody>
      </p:sp>
      <p:pic>
        <p:nvPicPr>
          <p:cNvPr id="3" name="Picture 2" descr="101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731520" cy="731520"/>
          </a:xfrm>
          <a:prstGeom prst="rect">
            <a:avLst/>
          </a:prstGeom>
        </p:spPr>
      </p:pic>
      <p:pic>
        <p:nvPicPr>
          <p:cNvPr id="4" name="Picture 3" descr="101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73152"/>
            <a:ext cx="731520" cy="731520"/>
          </a:xfrm>
          <a:prstGeom prst="rect">
            <a:avLst/>
          </a:prstGeom>
        </p:spPr>
      </p:pic>
      <p:pic>
        <p:nvPicPr>
          <p:cNvPr id="5" name="Picture 4" descr="1st-commando-div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74" y="868680"/>
            <a:ext cx="1465652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" y="2468880"/>
            <a:ext cx="292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0000"/>
                </a:solidFill>
                <a:latin typeface="Oswald"/>
              </a:rPr>
              <a:t>1st Commando Division</a:t>
            </a:r>
          </a:p>
          <a:p>
            <a:pPr algn="ctr"/>
            <a:r>
              <a:rPr sz="1100" b="0">
                <a:solidFill>
                  <a:srgbClr val="B0B8C1"/>
                </a:solidFill>
                <a:latin typeface="Oswald"/>
              </a:rPr>
              <a:t>Automaton specialists</a:t>
            </a:r>
          </a:p>
        </p:txBody>
      </p:sp>
      <p:pic>
        <p:nvPicPr>
          <p:cNvPr id="7" name="Picture 6" descr="recon-p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18" y="3017520"/>
            <a:ext cx="1054564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000" y="4251960"/>
            <a:ext cx="146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Oswald"/>
              </a:rPr>
              <a:t>Recon PLT</a:t>
            </a:r>
          </a:p>
        </p:txBody>
      </p:sp>
      <p:pic>
        <p:nvPicPr>
          <p:cNvPr id="9" name="Picture 8" descr="mechanized-p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8225" y="3017520"/>
            <a:ext cx="1195551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24000" y="4251960"/>
            <a:ext cx="146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Oswald"/>
              </a:rPr>
              <a:t>Mechanized PLT</a:t>
            </a:r>
          </a:p>
        </p:txBody>
      </p:sp>
      <p:pic>
        <p:nvPicPr>
          <p:cNvPr id="11" name="Picture 10" descr="2nd-commando-divi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9174" y="868680"/>
            <a:ext cx="1465652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08000" y="2468880"/>
            <a:ext cx="292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7D154"/>
                </a:solidFill>
                <a:latin typeface="Oswald"/>
              </a:rPr>
              <a:t>2nd Commando Division</a:t>
            </a:r>
          </a:p>
          <a:p>
            <a:pPr algn="ctr"/>
            <a:r>
              <a:rPr sz="1100" b="0">
                <a:solidFill>
                  <a:srgbClr val="B0B8C1"/>
                </a:solidFill>
                <a:latin typeface="Oswald"/>
              </a:rPr>
              <a:t>Terminid specialists</a:t>
            </a:r>
          </a:p>
        </p:txBody>
      </p:sp>
      <p:pic>
        <p:nvPicPr>
          <p:cNvPr id="13" name="Picture 12" descr="riot-p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3189" y="3017520"/>
            <a:ext cx="1093622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000" y="4251960"/>
            <a:ext cx="146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Oswald"/>
              </a:rPr>
              <a:t>Riot PLT</a:t>
            </a:r>
          </a:p>
        </p:txBody>
      </p:sp>
      <p:pic>
        <p:nvPicPr>
          <p:cNvPr id="15" name="Picture 14" descr="grenadier-p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2566" y="3017520"/>
            <a:ext cx="1142869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4251960"/>
            <a:ext cx="146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Oswald"/>
              </a:rPr>
              <a:t>Grenadier PLT</a:t>
            </a:r>
          </a:p>
        </p:txBody>
      </p:sp>
      <p:pic>
        <p:nvPicPr>
          <p:cNvPr id="17" name="Picture 16" descr="3rd-commando-divis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7174" y="868680"/>
            <a:ext cx="1465652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56000" y="2468880"/>
            <a:ext cx="292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A65CE6"/>
                </a:solidFill>
                <a:latin typeface="Oswald"/>
              </a:rPr>
              <a:t>3rd Commando Division</a:t>
            </a:r>
          </a:p>
          <a:p>
            <a:pPr algn="ctr"/>
            <a:r>
              <a:rPr sz="1100" b="0">
                <a:solidFill>
                  <a:srgbClr val="B0B8C1"/>
                </a:solidFill>
                <a:latin typeface="Oswald"/>
              </a:rPr>
              <a:t>Illuminate specialists</a:t>
            </a:r>
          </a:p>
        </p:txBody>
      </p:sp>
      <p:pic>
        <p:nvPicPr>
          <p:cNvPr id="19" name="Picture 18" descr="jump-p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0171" y="3017520"/>
            <a:ext cx="1059658" cy="1188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88000" y="4251960"/>
            <a:ext cx="146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Oswald"/>
              </a:rPr>
              <a:t>Jump PLT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