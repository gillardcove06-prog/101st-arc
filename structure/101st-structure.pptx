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Four divisions: one for each enemy faction, plus the Cavalry on vehicles.</a:t>
            </a:r>
          </a:p>
        </p:txBody>
      </p:sp>
      <p:pic>
        <p:nvPicPr>
          <p:cNvPr id="6" name="Picture 5" descr="1st-terminator-division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969" y="868680"/>
            <a:ext cx="1156062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0000"/>
                </a:solidFill>
                <a:latin typeface="Oswald"/>
              </a:rPr>
              <a:t>1st Terminator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8" name="Picture 7" descr="eagle-plt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726" y="2926080"/>
            <a:ext cx="1132549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EAGLE PLT</a:t>
            </a:r>
          </a:p>
        </p:txBody>
      </p:sp>
      <p:pic>
        <p:nvPicPr>
          <p:cNvPr id="10" name="Picture 9" descr="2nd-scorpion-division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0969" y="868680"/>
            <a:ext cx="1156062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26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D154"/>
                </a:solidFill>
                <a:latin typeface="Oswald"/>
              </a:rPr>
              <a:t>2nd Scorpion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2" name="Picture 11" descr="bear-plt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2726" y="2926080"/>
            <a:ext cx="1132549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26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BEAR PLT</a:t>
            </a:r>
          </a:p>
        </p:txBody>
      </p:sp>
      <p:pic>
        <p:nvPicPr>
          <p:cNvPr id="14" name="Picture 13" descr="3rd-kraken-division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6969" y="868680"/>
            <a:ext cx="1156062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2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65CE6"/>
                </a:solidFill>
                <a:latin typeface="Oswald"/>
              </a:rPr>
              <a:t>3rd Kraken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6" name="Picture 15" descr="fox-plt-oli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8726" y="2926080"/>
            <a:ext cx="1132549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12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FOX PLT</a:t>
            </a:r>
          </a:p>
        </p:txBody>
      </p:sp>
      <p:pic>
        <p:nvPicPr>
          <p:cNvPr id="18" name="Picture 17" descr="4th-cavalry-division-fin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2969" y="868680"/>
            <a:ext cx="1156062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98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0A040"/>
                </a:solidFill>
                <a:latin typeface="Oswald"/>
              </a:rPr>
              <a:t>4th Cavalry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Vehicle specialists</a:t>
            </a:r>
          </a:p>
        </p:txBody>
      </p:sp>
      <p:pic>
        <p:nvPicPr>
          <p:cNvPr id="20" name="Picture 19" descr="bronco-plt-ol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33746" y="2926080"/>
            <a:ext cx="1134509" cy="1371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8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BRONCO PLT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Four divisions. One battalion. Every front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