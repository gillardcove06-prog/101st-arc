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swald"/>
              </a:rPr>
              <a:t>101st COMMANDO BATTALION</a:t>
            </a:r>
          </a:p>
        </p:txBody>
      </p:sp>
      <p:pic>
        <p:nvPicPr>
          <p:cNvPr id="3" name="Picture 2" descr="101st-command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3152"/>
            <a:ext cx="731520" cy="731520"/>
          </a:xfrm>
          <a:prstGeom prst="rect">
            <a:avLst/>
          </a:prstGeom>
        </p:spPr>
      </p:pic>
      <p:pic>
        <p:nvPicPr>
          <p:cNvPr id="4" name="Picture 3" descr="101st-command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73152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B8C1"/>
                </a:solidFill>
                <a:latin typeface="Oswald"/>
              </a:rPr>
              <a:t>Three divisions: one for each enemy faction.</a:t>
            </a:r>
          </a:p>
        </p:txBody>
      </p:sp>
      <p:pic>
        <p:nvPicPr>
          <p:cNvPr id="6" name="Picture 5" descr="1st-terminator-division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898" y="868680"/>
            <a:ext cx="1310204" cy="1554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0000"/>
                </a:solidFill>
                <a:latin typeface="Oswald"/>
              </a:rPr>
              <a:t>1st Commando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Automaton specialists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720" y="3154680"/>
            <a:ext cx="2194560" cy="411480"/>
          </a:xfrm>
          <a:prstGeom prst="roundRect">
            <a:avLst/>
          </a:prstGeom>
          <a:solidFill>
            <a:srgbClr val="5A6B2E"/>
          </a:solidFill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Oswald"/>
              </a:rPr>
              <a:t>RECON PLT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" y="3703320"/>
            <a:ext cx="2194560" cy="411480"/>
          </a:xfrm>
          <a:prstGeom prst="roundRect">
            <a:avLst/>
          </a:prstGeom>
          <a:solidFill>
            <a:srgbClr val="5A6B2E"/>
          </a:solidFill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Oswald"/>
              </a:rPr>
              <a:t>MECHANIZED PLT</a:t>
            </a:r>
          </a:p>
        </p:txBody>
      </p:sp>
      <p:pic>
        <p:nvPicPr>
          <p:cNvPr id="10" name="Picture 9" descr="2nd-scorpion-division-o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6898" y="868680"/>
            <a:ext cx="1310204" cy="1554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08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7D154"/>
                </a:solidFill>
                <a:latin typeface="Oswald"/>
              </a:rPr>
              <a:t>2nd Commando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Terminid specialists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154680"/>
            <a:ext cx="2194560" cy="411480"/>
          </a:xfrm>
          <a:prstGeom prst="roundRect">
            <a:avLst/>
          </a:prstGeom>
          <a:solidFill>
            <a:srgbClr val="5A6B2E"/>
          </a:solidFill>
          <a:ln w="28575">
            <a:solidFill>
              <a:srgbClr val="C7D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Oswald"/>
              </a:rPr>
              <a:t>RIOT PLT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3703320"/>
            <a:ext cx="2194560" cy="411480"/>
          </a:xfrm>
          <a:prstGeom prst="roundRect">
            <a:avLst/>
          </a:prstGeom>
          <a:solidFill>
            <a:srgbClr val="5A6B2E"/>
          </a:solidFill>
          <a:ln w="28575">
            <a:solidFill>
              <a:srgbClr val="C7D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Oswald"/>
              </a:rPr>
              <a:t>GRENADIER PLT</a:t>
            </a:r>
          </a:p>
        </p:txBody>
      </p:sp>
      <p:pic>
        <p:nvPicPr>
          <p:cNvPr id="14" name="Picture 13" descr="3rd-kraken-division-o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4898" y="868680"/>
            <a:ext cx="1310204" cy="1554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56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A65CE6"/>
                </a:solidFill>
                <a:latin typeface="Oswald"/>
              </a:rPr>
              <a:t>3rd Commando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Illuminate specialists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22720" y="3154680"/>
            <a:ext cx="2194560" cy="411480"/>
          </a:xfrm>
          <a:prstGeom prst="roundRect">
            <a:avLst/>
          </a:prstGeom>
          <a:solidFill>
            <a:srgbClr val="5A6B2E"/>
          </a:solidFill>
          <a:ln w="28575">
            <a:solidFill>
              <a:srgbClr val="A6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Oswald"/>
              </a:rPr>
              <a:t>JUMP PLT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47091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Three divisions. One battalion. Every front covered.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